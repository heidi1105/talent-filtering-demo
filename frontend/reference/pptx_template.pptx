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0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085C9-56AF-4D0E-AC32-E9B1351C5A51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3652C-00EA-46A4-ADD1-8FCBD6DF1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8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DCB1-FA44-A06D-7476-A667BCF04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43" y="2513231"/>
            <a:ext cx="11460115" cy="996732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D2F33-A502-6269-1704-92998564F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59854"/>
            <a:ext cx="9144000" cy="46678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13FC1-564E-DF0B-D3EB-6FC0ED85A569}"/>
              </a:ext>
            </a:extLst>
          </p:cNvPr>
          <p:cNvSpPr/>
          <p:nvPr userDrawn="1"/>
        </p:nvSpPr>
        <p:spPr>
          <a:xfrm>
            <a:off x="69600" y="59400"/>
            <a:ext cx="12052800" cy="6739200"/>
          </a:xfrm>
          <a:prstGeom prst="rect">
            <a:avLst/>
          </a:prstGeom>
          <a:noFill/>
          <a:ln w="31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2F1E4-44FF-F444-AC78-2CA10C09C506}"/>
              </a:ext>
            </a:extLst>
          </p:cNvPr>
          <p:cNvSpPr txBox="1"/>
          <p:nvPr userDrawn="1"/>
        </p:nvSpPr>
        <p:spPr>
          <a:xfrm>
            <a:off x="5098376" y="5879372"/>
            <a:ext cx="2436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Last updated: 7 May 2026</a:t>
            </a:r>
          </a:p>
        </p:txBody>
      </p:sp>
    </p:spTree>
    <p:extLst>
      <p:ext uri="{BB962C8B-B14F-4D97-AF65-F5344CB8AC3E}">
        <p14:creationId xmlns:p14="http://schemas.microsoft.com/office/powerpoint/2010/main" val="1997609632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DCB1-FA44-A06D-7476-A667BCF04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43" y="2513231"/>
            <a:ext cx="11460115" cy="996732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D2F33-A502-6269-1704-92998564F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59854"/>
            <a:ext cx="9144000" cy="46678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13FC1-564E-DF0B-D3EB-6FC0ED85A569}"/>
              </a:ext>
            </a:extLst>
          </p:cNvPr>
          <p:cNvSpPr/>
          <p:nvPr userDrawn="1"/>
        </p:nvSpPr>
        <p:spPr>
          <a:xfrm>
            <a:off x="69600" y="59400"/>
            <a:ext cx="12052800" cy="6739200"/>
          </a:xfrm>
          <a:prstGeom prst="rect">
            <a:avLst/>
          </a:prstGeom>
          <a:noFill/>
          <a:ln w="31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A7CA4-3B06-5E16-AD25-072FD86DA85B}"/>
              </a:ext>
            </a:extLst>
          </p:cNvPr>
          <p:cNvSpPr txBox="1"/>
          <p:nvPr userDrawn="1"/>
        </p:nvSpPr>
        <p:spPr>
          <a:xfrm>
            <a:off x="5098376" y="5879372"/>
            <a:ext cx="2436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Last updated: 7 May 2026</a:t>
            </a:r>
          </a:p>
        </p:txBody>
      </p:sp>
    </p:spTree>
    <p:extLst>
      <p:ext uri="{BB962C8B-B14F-4D97-AF65-F5344CB8AC3E}">
        <p14:creationId xmlns:p14="http://schemas.microsoft.com/office/powerpoint/2010/main" val="379064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2419-7C8B-4266-3D05-30E0B287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CD301-F0CB-DC9C-78F5-E01BCBBD9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020B00-5ECA-1334-BF41-23D58846D4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942" y="965705"/>
            <a:ext cx="11460115" cy="293688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endParaRPr lang="en-US" sz="1400" b="1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EBAF77D-E078-EFF9-3BA4-68764B176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4963" y="6492875"/>
            <a:ext cx="1001094" cy="222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dirty="0"/>
              <a:t>Page </a:t>
            </a:r>
            <a:fld id="{172400D1-27C7-4544-B969-DB100EEC5A68}" type="slidenum">
              <a:rPr lang="en-US" smtClean="0"/>
              <a:pPr algn="l"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133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B74B97-E1D9-9194-AB1B-C8BF3F7E0A1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3388" y="57150"/>
            <a:ext cx="4068762" cy="67437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42419-7C8B-4266-3D05-30E0B287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43" y="365125"/>
            <a:ext cx="7539807" cy="5657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CD301-F0CB-DC9C-78F5-E01BCBBD9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943" y="1497596"/>
            <a:ext cx="7539807" cy="5100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020B00-5ECA-1334-BF41-23D58846D4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942" y="965705"/>
            <a:ext cx="7543800" cy="293688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endParaRPr lang="en-US" sz="1400" b="1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EBAF77D-E078-EFF9-3BA4-68764B176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4963" y="6492875"/>
            <a:ext cx="1001094" cy="222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dirty="0"/>
              <a:t>Page </a:t>
            </a:r>
            <a:fld id="{172400D1-27C7-4544-B969-DB100EEC5A68}" type="slidenum">
              <a:rPr lang="en-US" smtClean="0"/>
              <a:pPr algn="l"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5070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009B4DBA-69C5-30D8-4513-22A07417849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66713" y="1479550"/>
            <a:ext cx="11458575" cy="4730750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42419-7C8B-4266-3D05-30E0B287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020B00-5ECA-1334-BF41-23D58846D4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942" y="965705"/>
            <a:ext cx="11460115" cy="293688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endParaRPr lang="en-US" sz="1400" b="1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EBAF77D-E078-EFF9-3BA4-68764B176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4963" y="6492875"/>
            <a:ext cx="1001094" cy="222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dirty="0"/>
              <a:t>Page </a:t>
            </a:r>
            <a:fld id="{172400D1-27C7-4544-B969-DB100EEC5A68}" type="slidenum">
              <a:rPr lang="en-US" smtClean="0"/>
              <a:pPr algn="l"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56356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E44F-AB26-E9E7-E79F-A917D729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900237"/>
            <a:ext cx="10515600" cy="1223961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D87BA-72FC-7FDE-6CA1-D17710837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370840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EBBA30-7117-81A4-BE26-80332C6C1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4963" y="6492875"/>
            <a:ext cx="1001094" cy="222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dirty="0"/>
              <a:t>Page </a:t>
            </a:r>
            <a:fld id="{172400D1-27C7-4544-B969-DB100EEC5A68}" type="slidenum">
              <a:rPr lang="en-US" smtClean="0"/>
              <a:pPr algn="l"/>
              <a:t>‹#›</a:t>
            </a:fld>
            <a:endParaRPr lang="en-US" sz="9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A0430A-4FD0-3133-6671-A8711CDBF3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175001"/>
            <a:ext cx="10521950" cy="482600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84A3F7C-4D63-4F08-F77E-811EC37B4D9C}"/>
              </a:ext>
            </a:extLst>
          </p:cNvPr>
          <p:cNvSpPr/>
          <p:nvPr userDrawn="1"/>
        </p:nvSpPr>
        <p:spPr>
          <a:xfrm>
            <a:off x="69600" y="3848928"/>
            <a:ext cx="12052800" cy="1222918"/>
          </a:xfrm>
          <a:custGeom>
            <a:avLst/>
            <a:gdLst>
              <a:gd name="connsiteX0" fmla="*/ 0 w 10144539"/>
              <a:gd name="connsiteY0" fmla="*/ 238539 h 884437"/>
              <a:gd name="connsiteX1" fmla="*/ 5002696 w 10144539"/>
              <a:gd name="connsiteY1" fmla="*/ 881270 h 884437"/>
              <a:gd name="connsiteX2" fmla="*/ 10144539 w 10144539"/>
              <a:gd name="connsiteY2" fmla="*/ 0 h 88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44539" h="884437">
                <a:moveTo>
                  <a:pt x="0" y="238539"/>
                </a:moveTo>
                <a:cubicBezTo>
                  <a:pt x="1655970" y="579782"/>
                  <a:pt x="3311940" y="921026"/>
                  <a:pt x="5002696" y="881270"/>
                </a:cubicBezTo>
                <a:cubicBezTo>
                  <a:pt x="6693452" y="841514"/>
                  <a:pt x="8891104" y="51904"/>
                  <a:pt x="10144539" y="0"/>
                </a:cubicBezTo>
              </a:path>
            </a:pathLst>
          </a:custGeom>
          <a:noFill/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F1C77A6-7B2E-E0A4-2F34-6FB4BC386306}"/>
              </a:ext>
            </a:extLst>
          </p:cNvPr>
          <p:cNvSpPr/>
          <p:nvPr userDrawn="1"/>
        </p:nvSpPr>
        <p:spPr>
          <a:xfrm>
            <a:off x="69600" y="3802736"/>
            <a:ext cx="12052800" cy="2538220"/>
          </a:xfrm>
          <a:custGeom>
            <a:avLst/>
            <a:gdLst>
              <a:gd name="connsiteX0" fmla="*/ 0 w 12278139"/>
              <a:gd name="connsiteY0" fmla="*/ 19878 h 2538220"/>
              <a:gd name="connsiteX1" fmla="*/ 1967948 w 12278139"/>
              <a:gd name="connsiteY1" fmla="*/ 2392017 h 2538220"/>
              <a:gd name="connsiteX2" fmla="*/ 6864626 w 12278139"/>
              <a:gd name="connsiteY2" fmla="*/ 1066800 h 2538220"/>
              <a:gd name="connsiteX3" fmla="*/ 9839739 w 12278139"/>
              <a:gd name="connsiteY3" fmla="*/ 2524539 h 2538220"/>
              <a:gd name="connsiteX4" fmla="*/ 12278139 w 12278139"/>
              <a:gd name="connsiteY4" fmla="*/ 0 h 2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8139" h="2538220">
                <a:moveTo>
                  <a:pt x="0" y="19878"/>
                </a:moveTo>
                <a:cubicBezTo>
                  <a:pt x="411922" y="1118704"/>
                  <a:pt x="823844" y="2217530"/>
                  <a:pt x="1967948" y="2392017"/>
                </a:cubicBezTo>
                <a:cubicBezTo>
                  <a:pt x="3112052" y="2566504"/>
                  <a:pt x="5552661" y="1044713"/>
                  <a:pt x="6864626" y="1066800"/>
                </a:cubicBezTo>
                <a:cubicBezTo>
                  <a:pt x="8176591" y="1088887"/>
                  <a:pt x="8937487" y="2702339"/>
                  <a:pt x="9839739" y="2524539"/>
                </a:cubicBezTo>
                <a:cubicBezTo>
                  <a:pt x="10741991" y="2346739"/>
                  <a:pt x="11510065" y="1173369"/>
                  <a:pt x="12278139" y="0"/>
                </a:cubicBezTo>
              </a:path>
            </a:pathLst>
          </a:cu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48096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63D39-4FC8-12F5-F245-5C76D7711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943" y="6492875"/>
            <a:ext cx="778745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9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0B81-EDA4-FC43-D7F0-BA167BCC3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4963" y="6492875"/>
            <a:ext cx="1001094" cy="2221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dirty="0"/>
              <a:t>Page </a:t>
            </a:r>
            <a:fld id="{172400D1-27C7-4544-B969-DB100EEC5A68}" type="slidenum">
              <a:rPr lang="en-US" smtClean="0"/>
              <a:pPr algn="l"/>
              <a:t>‹#›</a:t>
            </a:fld>
            <a:endParaRPr lang="en-US" sz="9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D847F-AF70-79BF-177D-CB3EC45CA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43" y="365125"/>
            <a:ext cx="11460115" cy="565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050B1-2D86-3A52-ABCC-131E02D56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943" y="1497597"/>
            <a:ext cx="11460114" cy="471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71869-90D2-4520-F0BD-67895FFB9870}"/>
              </a:ext>
            </a:extLst>
          </p:cNvPr>
          <p:cNvSpPr/>
          <p:nvPr userDrawn="1"/>
        </p:nvSpPr>
        <p:spPr>
          <a:xfrm>
            <a:off x="69600" y="59400"/>
            <a:ext cx="12052800" cy="6739200"/>
          </a:xfrm>
          <a:prstGeom prst="rect">
            <a:avLst/>
          </a:prstGeom>
          <a:noFill/>
          <a:ln w="31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10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3" r:id="rId3"/>
    <p:sldLayoutId id="2147483652" r:id="rId4"/>
    <p:sldLayoutId id="2147483650" r:id="rId5"/>
    <p:sldLayoutId id="2147483651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477E-4643-E99C-5F6F-EE59D39A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B225-B240-AE32-3B05-7E6680C5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TALENT DECK</a:t>
            </a:r>
          </a:p>
        </p:txBody>
      </p:sp>
    </p:spTree>
    <p:extLst>
      <p:ext uri="{BB962C8B-B14F-4D97-AF65-F5344CB8AC3E}">
        <p14:creationId xmlns:p14="http://schemas.microsoft.com/office/powerpoint/2010/main" val="412734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utral">
      <a:dk1>
        <a:srgbClr val="1F2937"/>
      </a:dk1>
      <a:lt1>
        <a:srgbClr val="FFFFFF"/>
      </a:lt1>
      <a:dk2>
        <a:srgbClr val="374151"/>
      </a:dk2>
      <a:lt2>
        <a:srgbClr val="F3F4F6"/>
      </a:lt2>
      <a:accent1>
        <a:srgbClr val="E5E7EB"/>
      </a:accent1>
      <a:accent2>
        <a:srgbClr val="E5E7EB"/>
      </a:accent2>
      <a:accent3>
        <a:srgbClr val="D1D5DB"/>
      </a:accent3>
      <a:accent4>
        <a:srgbClr val="9CA3AF"/>
      </a:accent4>
      <a:accent5>
        <a:srgbClr val="4B5563"/>
      </a:accent5>
      <a:accent6>
        <a:srgbClr val="374151"/>
      </a:accent6>
      <a:hlink>
        <a:srgbClr val="1D4ED8"/>
      </a:hlink>
      <a:folHlink>
        <a:srgbClr val="1D4ED8"/>
      </a:folHlink>
    </a:clrScheme>
    <a:fontScheme name="Neutral">
      <a:majorFont>
        <a:latin typeface="Aptos"/>
        <a:ea typeface="MS Gothic"/>
        <a:cs typeface=""/>
      </a:majorFont>
      <a:minorFont>
        <a:latin typeface="Aptos"/>
        <a:ea typeface="MS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TALENT DECK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talent-filtering-demo</dc:creator>
  <cp:lastModifiedBy/>
  <cp:revision>7</cp:revision>
  <dcterms:created xsi:type="dcterms:W3CDTF">2026-05-07T03:50:26Z</dcterms:created>
  <dcterms:modified xsi:type="dcterms:W3CDTF">2026-08-29T06:57:30Z</dcterms:modified>
</cp:coreProperties>
</file>